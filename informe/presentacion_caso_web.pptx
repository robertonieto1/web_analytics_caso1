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836E0-3BAF-55AD-14D1-A01C13654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721DA2-A4F2-CC1D-9E17-7C6CE7D9E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F1D001-EC00-A6FA-354E-6966A03E6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93CF0A-0F96-D28C-2B04-327BE221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9FB72B-DBDD-48CD-F13F-1A309CEF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582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AB20F-7F8F-DEE0-8112-EC7C36F51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6D604B-A157-A721-8ECD-5EDD2DEF4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CBECF-4A19-B001-4329-A881B3A9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E644CB-9331-ADCC-F08D-AD569F8F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71DE2B-5DF7-6E4B-0E8E-783452D9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226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9D5ED-E958-6971-5EE4-86E314B4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754613-523C-03DE-E47A-AB3BF3B6C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42C157-6383-382D-97A9-55BA24B4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F48D84-6A4C-3F83-EB12-81417E28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5B7CBB-7456-6986-54FA-BAAAE979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532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2585C-5F60-74D7-2E6E-A3FECAB7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5E2BD0-EC7D-D6F0-9EA0-B7B8DB5C3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B798B0-DA88-055A-99FD-2A9D867D3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AA6FE6-2D11-7DFC-423B-AC56194D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382583-1083-4C01-D9AF-F1E8CF03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68F167-BFF9-3399-B3C4-B273710D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437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0248D-1B27-DBE2-2CB5-AEAA05BB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EB3863-FB8B-BDB9-FFC9-A1EB2A73E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FC4AC1-FBAE-CE8B-CF79-A2538648C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783E32-5BBF-9E29-B1DF-63606EABF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65C7086-5977-3B08-DBE4-6DEC8CD66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204F68-BCCB-59DC-7E40-E5EDB21D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87A493-184C-2C7D-4992-0D8771A8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0D92DC-9521-4FD1-1669-C0DC2584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62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420C9-EC62-1D28-9944-3053BCD5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5B9E9A-5902-6D06-9ADE-EE7BE8FF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AF9C5F9-A7DD-BCE1-02ED-CE769DD3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7086A4-2EA7-E05E-0DE7-22B0EE76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141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48731F4-2E1A-7A99-4AE8-B156661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1A5B51-5117-3FA2-BD8F-2B60FEDE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DEA715-390F-2F81-8101-6BB6A769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786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5B8E3-8D18-D571-51CA-59C11D80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7F68A1-1449-9979-C4D9-370CA0B7B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05B50E-6E83-7A33-3197-9EA8E5D9C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63809D-67EB-C1AC-396E-652990F64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FBAB81-AAA0-6A56-18C3-DC6824B3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E606DA-4903-4252-CF79-A91B3545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268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0E687-C631-D71F-4B76-B9640F53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AA0D4F4-F193-6121-6F7F-44C322C2B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EFF3FC-7A4E-E8E4-79AE-C23FAAFDA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3B4A76-33C9-46E6-C0E7-654BD6FA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DD40AD-E998-6D04-7AC3-E179440B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F19601-95CA-7DDB-10EA-34F98C72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4490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83CE3-E6B5-57FC-06D1-4C65068F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AFF798-23C3-086C-68B9-9CBA44742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182D57-50BC-99EA-B833-41DE6D66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55F1B-2B3F-FB8E-2F92-9C66E528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2B3CB-A4D1-33A1-A814-F31A84C1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023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6896F3-BEF5-1A86-4595-41BD79800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6AD487-696E-0618-3DBE-A347DDECA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39E24D-7DBF-9415-6315-9F1CBE86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AB3F9F-0429-5D42-C36F-152CFAA92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98560E-FFFC-9CEC-B31A-15251E21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719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8695B3-6C72-CC5D-EBBD-41D6A16D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511C15-B3C9-4102-F962-5E42E3F4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0F8E1D-92D7-71AD-AFCD-BAA09EAE1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C997F-AE74-4772-A769-A08692C65B31}" type="datetimeFigureOut">
              <a:rPr lang="es-ES" smtClean="0"/>
              <a:t>01/09/2026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5BC81F-D492-7F67-84CB-B349FD64E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2082FF-2F54-779E-0861-D2DFCE64A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49A20-13B2-4E25-ACE7-04B22EFED0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611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5CEF1-0AE9-B65C-B0E1-2FD7B0E77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64E80E-3E78-8C0D-1F72-FF0BDE1B6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9324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Rubio</dc:creator>
  <cp:lastModifiedBy>Santiago Rubio</cp:lastModifiedBy>
  <cp:revision>1</cp:revision>
  <dcterms:created xsi:type="dcterms:W3CDTF">2026-09-02T03:05:04Z</dcterms:created>
  <dcterms:modified xsi:type="dcterms:W3CDTF">2026-09-02T03:05:54Z</dcterms:modified>
</cp:coreProperties>
</file>